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274320" y="4251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ಜ್ಞಾನ ಗ್ರಾಮ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0C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SLMS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5742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ಗ್ರಂಥಾಲಯ ನಿರ್ವಹಣಾ ವ್ಯವಸ್ಥೆ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144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ಬಳಕೆದಾರ ಮಾರ್ಗದರ್ಶಿ  ·  v1.0.0  ·  2025–26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0" y="5029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ಒಳಗೆ ಏನಿದೆ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9144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ಸತ್ನೂರು ಗ್ರಾಮ ಗ್ರಂಥಾಲಯ · ಆಫ್‌ಲೈನ್ · EN / ಕನ್ನಡ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29844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02352" y="157276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612" dirty="0"/>
          </a:p>
        </p:txBody>
      </p:sp>
      <p:sp>
        <p:nvSpPr>
          <p:cNvPr id="14" name="Text 12"/>
          <p:cNvSpPr/>
          <p:nvPr/>
        </p:nvSpPr>
        <p:spPr>
          <a:xfrm>
            <a:off x="5779008" y="1463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ಲಾಗಿನ್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79008" y="17922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ಪ್ರತಿ ಅಧಿವೇಶನ ಸುರಕ್ಷಿತ 4-ಅಂಕಿ ಪ್ರವೇಶ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58200" y="129844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22792" y="157276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12" dirty="0"/>
          </a:p>
        </p:txBody>
      </p:sp>
      <p:sp>
        <p:nvSpPr>
          <p:cNvPr id="19" name="Text 17"/>
          <p:cNvSpPr/>
          <p:nvPr/>
        </p:nvSpPr>
        <p:spPr>
          <a:xfrm>
            <a:off x="9299448" y="1463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ಡ್ಯಾಶ್‌ಬೋರ್ಡ್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99448" y="17922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ಲೈವ್ ಅಂಕಿಅಂಶ — ಪುಸ್ತಕ, ಸದಸ್ಯ, ಅವಧಿ ಮೀರಿದ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62432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02352" y="289864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612" dirty="0"/>
          </a:p>
        </p:txBody>
      </p:sp>
      <p:sp>
        <p:nvSpPr>
          <p:cNvPr id="24" name="Text 22"/>
          <p:cNvSpPr/>
          <p:nvPr/>
        </p:nvSpPr>
        <p:spPr>
          <a:xfrm>
            <a:off x="5779008" y="2788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ಪುಸ್ತಕಗಳು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79008" y="31181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 ಶೀರ್ಷಿಕೆ ಸೇರಿಸಿ, ಹುಡುಕಿ ಮತ್ತು ನಿರ್ವಹಿಸಿ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58200" y="262432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22792" y="289864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22792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612" dirty="0"/>
          </a:p>
        </p:txBody>
      </p:sp>
      <p:sp>
        <p:nvSpPr>
          <p:cNvPr id="29" name="Text 27"/>
          <p:cNvSpPr/>
          <p:nvPr/>
        </p:nvSpPr>
        <p:spPr>
          <a:xfrm>
            <a:off x="9299448" y="2788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ಸದಸ್ಯರು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99448" y="31181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ಗ್ರಾಮಸ್ಥರನ್ನು ನೋಂದಣಿ ಮಾಡಿ ಮತ್ತು ಸಕ್ರಿಯ ಸಾಲ ಟ್ರ್ಯಾಕ್ ಮಾಡಿ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37760" y="395020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02352" y="422452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</a:t>
            </a:r>
            <a:endParaRPr lang="en-US" sz="1612" dirty="0"/>
          </a:p>
        </p:txBody>
      </p:sp>
      <p:sp>
        <p:nvSpPr>
          <p:cNvPr id="34" name="Text 32"/>
          <p:cNvSpPr/>
          <p:nvPr/>
        </p:nvSpPr>
        <p:spPr>
          <a:xfrm>
            <a:off x="5779008" y="4114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ವಿತರಣೆ ಮತ್ತು ವಾಪಸಾತಿ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79008" y="44439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ಮಾರ್ಗದರ್ಶಿ 3-ಹಂತ ವಿತರಣೆ / ವಾಪಸಾತಿ ಪ್ರಕ್ರಿಯೆ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458200" y="395020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622792" y="422452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22792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612" dirty="0"/>
          </a:p>
        </p:txBody>
      </p:sp>
      <p:sp>
        <p:nvSpPr>
          <p:cNvPr id="39" name="Text 37"/>
          <p:cNvSpPr/>
          <p:nvPr/>
        </p:nvSpPr>
        <p:spPr>
          <a:xfrm>
            <a:off x="9299448" y="4114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ಬಾರ್‌ಕೋಡ್ ಸ್ಕ್ಯಾನರ್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99448" y="44439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ವೇಗದ ಕಾರ್ಯಾಚರಣೆಗೆ USB HID ಸ್ಕ್ಯಾನರ್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37760" y="527608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02352" y="555040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12" dirty="0"/>
          </a:p>
        </p:txBody>
      </p:sp>
      <p:sp>
        <p:nvSpPr>
          <p:cNvPr id="44" name="Text 42"/>
          <p:cNvSpPr/>
          <p:nvPr/>
        </p:nvSpPr>
        <p:spPr>
          <a:xfrm>
            <a:off x="5779008" y="5440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ಸೆಟ್ಟಿಂಗ್ಸ್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779008" y="5769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ಸಾಲ ನಿಯಮ, PIN ಭದ್ರತೆ, ಭಾಷೆ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458200" y="527608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622792" y="555040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22792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612" dirty="0"/>
          </a:p>
        </p:txBody>
      </p:sp>
      <p:sp>
        <p:nvSpPr>
          <p:cNvPr id="49" name="Text 47"/>
          <p:cNvSpPr/>
          <p:nvPr/>
        </p:nvSpPr>
        <p:spPr>
          <a:xfrm>
            <a:off x="9299448" y="5440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ಬ್ಯಾಕಪ್ ಮತ್ತು ಆಮದು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99448" y="5769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ಸ್ವಯಂ .db ಬ್ಯಾಕಪ್ + Android ವಲಸೆ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ಸ್ಲೈಡ್ 1  ·  ಲಾಗಿನ್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ನಿಮ್ಮ PIN ನೊಂದಿಗೆ ಲಾಗಿನ್ ಮಾಡಿ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ಅಪ್ಲಿಕೇಶನ್ ಪ್ರತಿ ಬಾರಿ ಈ ಪರದೆಗೆ ತೆರೆಯುತ್ತದೆ. ಅನ್‌ಲಾಕ್ ಮಾಡಲು ನಿಮ್ಮ 4-ಅಂಕಿ PIN ನಮೂದಿಸಿ.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663440" cy="4892040"/>
          </a:xfrm>
          <a:prstGeom prst="roundRect">
            <a:avLst>
              <a:gd name="adj" fmla="val 1961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4389120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71600" y="1847088"/>
            <a:ext cx="3456432" cy="566928"/>
          </a:xfrm>
          <a:prstGeom prst="roundRect">
            <a:avLst>
              <a:gd name="adj" fmla="val 9677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26464" y="2432304"/>
            <a:ext cx="1859890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63040" y="2441448"/>
            <a:ext cx="1768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ಅಪ್ಲಿಕೇಶನ್ ಲೋಗೋ + ಹೆಸರು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1481328" y="3493008"/>
            <a:ext cx="3236976" cy="2212848"/>
          </a:xfrm>
          <a:prstGeom prst="roundRect">
            <a:avLst>
              <a:gd name="adj" fmla="val 2479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36192" y="5724144"/>
            <a:ext cx="1289304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72768" y="5733288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ಸಂಖ್ಯೆ ಕೀಪ್ಯಾಡ್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536192" y="3675888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FFCC55">
              <a:alpha val="12000"/>
            </a:srgbClr>
          </a:solidFill>
          <a:ln w="27940">
            <a:solidFill>
              <a:srgbClr val="FFCC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91056" y="4169664"/>
            <a:ext cx="1075334" cy="201168"/>
          </a:xfrm>
          <a:prstGeom prst="roundRect">
            <a:avLst>
              <a:gd name="adj" fmla="val 18182"/>
            </a:avLst>
          </a:prstGeom>
          <a:solidFill>
            <a:srgbClr val="FFCC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27632" y="4178808"/>
            <a:ext cx="9838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1–9, 0 ಕೀಗಳು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21792" y="5925312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F06060">
              <a:alpha val="12000"/>
            </a:srgbClr>
          </a:solidFill>
          <a:ln w="27940">
            <a:solidFill>
              <a:srgbClr val="F060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" y="6291072"/>
            <a:ext cx="576072" cy="201168"/>
          </a:xfrm>
          <a:prstGeom prst="roundRect">
            <a:avLst>
              <a:gd name="adj" fmla="val 18182"/>
            </a:avLst>
          </a:prstGeom>
          <a:solidFill>
            <a:srgbClr val="F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6300216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94760" y="5925312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49624" y="6291072"/>
            <a:ext cx="1146658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6300216"/>
            <a:ext cx="1055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⌫ ಹಿಂದೆ ಅಳಿಸಿ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376672" y="1664208"/>
            <a:ext cx="6400800" cy="2633472"/>
          </a:xfrm>
          <a:prstGeom prst="roundRect">
            <a:avLst>
              <a:gd name="adj" fmla="val 4167"/>
            </a:avLst>
          </a:prstGeom>
          <a:solidFill>
            <a:srgbClr val="181D3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32120" y="1810512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3212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690" dirty="0"/>
          </a:p>
        </p:txBody>
      </p:sp>
      <p:sp>
        <p:nvSpPr>
          <p:cNvPr id="26" name="Text 23"/>
          <p:cNvSpPr/>
          <p:nvPr/>
        </p:nvSpPr>
        <p:spPr>
          <a:xfrm>
            <a:off x="6236208" y="18470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ಹೇಗೆ ಲಾಗಿನ್ ಮಾಡಬೇಕು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532120" y="241401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05856" y="231343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ನಿಮ್ಮ 4-ಅಂಕಿ PIN ನಿರ್ಮಿಸಲು ಸಂಖ್ಯಾ ಬಟನ್‌ಗಳನ್ನು ಟ್ಯಾಪ್ ಮಾಡಿ.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32120" y="276148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05856" y="26609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ಮೇಲ್ಭಾಗದಲ್ಲಿ ಡಾಟ್‌ಗಳು ಕಾಣಿಸಿಕೊಳ್ಳುತ್ತವೆ — ಪ್ರತಿ ಅಂಕಿಗೆ ಒಂದು ಡಾಟ್.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532120" y="310896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05856" y="300837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ಕೊನೆಯ ಅಂಕಿ ಅಳಿಸಲು ⌫ ಟ್ಯಾಪ್ ಮಾಡಿ, ಅಥವಾ ಹೊಸದಾಗಿ ಪ್ರಾರಂಭಿಸಲು Clear ಟ್ಯಾಪ್ ಮಾಡಿ.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32120" y="345643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05856" y="335584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ತಪ್ಪು PIN ದೋಷ ಸಂದೇಶ ತೋರಿಸುತ್ತದೆ — Clear ಟ್ಯಾಪ್ ಮಾಡಿ ಮತ್ತೆ ಪ್ರಯತ್ನಿಸಿ.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532120" y="380390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05856" y="37033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ಮೊದಲ ಬಾರಿ ಡೀಫಾಲ್ಟ್ PIN 1234 — ತಕ್ಷಣ ಬದಲಿಸಿ.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376672" y="4462272"/>
            <a:ext cx="6400800" cy="1481328"/>
          </a:xfrm>
          <a:prstGeom prst="roundRect">
            <a:avLst>
              <a:gd name="adj" fmla="val 7407"/>
            </a:avLst>
          </a:prstGeom>
          <a:solidFill>
            <a:srgbClr val="1E244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32120" y="4617720"/>
            <a:ext cx="502920" cy="50292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321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🎹</a:t>
            </a:r>
            <a:endParaRPr lang="en-US" sz="1430" dirty="0"/>
          </a:p>
        </p:txBody>
      </p:sp>
      <p:sp>
        <p:nvSpPr>
          <p:cNvPr id="40" name="Text 37"/>
          <p:cNvSpPr/>
          <p:nvPr/>
        </p:nvSpPr>
        <p:spPr>
          <a:xfrm>
            <a:off x="6144768" y="46451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ಮುಖ್ಯ ಬಟನ್‌ಗಳು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532120" y="513892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96712" y="504748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9, 0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066837" y="5047488"/>
            <a:ext cx="3379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ಒಂದೊಂದಾಗಿ PIN ಅಂಕಿ ನಮೂದಿಸಿ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532120" y="545896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96712" y="53675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066837" y="5367528"/>
            <a:ext cx="3379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ಎಲ್ಲ ಅಂಕಿ ಅಳಿಸಿ — ಮೊದಲಿನಿಂದ ಪ್ರಾರಂಭ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532120" y="577900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696712" y="56875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⌫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066837" y="5687568"/>
            <a:ext cx="3379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ಕೊನೆಯ ಅಂಕಿ ಮಾತ್ರ ಅಳಿಸಿ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376672" y="6108192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1A280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532120" y="615391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ಭದ್ರತಾ ಸಲಹೆ: Settings → Security ಮೂಲಕ ತಕ್ಷಣ PIN ಬದಲಿಸಿ. ನಿಮ್ಮ PIN ಹಂಚಿಕೊಳ್ಳಬೇಡಿ.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ಸ್ಲೈಡ್ 2  ·  ಡ್ಯಾಶ್‌ಬೋರ್ಡ್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ಡ್ಯಾಶ್‌ಬೋರ್ಡ್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ನಿಮ್ಮ ಕಮಾಂಡ್ ಸೆಂಟರ್ — ಲೈಬ್ರರಿ ತೆರೆಯುವ ಮೊದಲು ಪ್ರತಿ ಬೆಳಿಗ್ಗೆ ಪರಿಶೀಲಿಸಿ.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949440" cy="4956048"/>
          </a:xfrm>
          <a:prstGeom prst="roundRect">
            <a:avLst>
              <a:gd name="adj" fmla="val 1845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9072"/>
            <a:ext cx="6675120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83080"/>
            <a:ext cx="1572768" cy="1024128"/>
          </a:xfrm>
          <a:prstGeom prst="roundRect">
            <a:avLst>
              <a:gd name="adj" fmla="val 535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2825496"/>
            <a:ext cx="1075334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834640"/>
            <a:ext cx="9838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ಒಟ್ಟು ಪುಸ್ತಕ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304288" y="1783080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59152" y="2825496"/>
            <a:ext cx="718718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95728" y="2834640"/>
            <a:ext cx="6272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ಸದಸ್ಯರು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041648" y="1783080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96512" y="2825496"/>
            <a:ext cx="790042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33088" y="2834640"/>
            <a:ext cx="698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ವಿತರಿಸಿದ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779008" y="1783080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F06060">
              <a:alpha val="12000"/>
            </a:srgbClr>
          </a:solidFill>
          <a:ln w="27940">
            <a:solidFill>
              <a:srgbClr val="F060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33872" y="2825496"/>
            <a:ext cx="932688" cy="201168"/>
          </a:xfrm>
          <a:prstGeom prst="roundRect">
            <a:avLst>
              <a:gd name="adj" fmla="val 18182"/>
            </a:avLst>
          </a:prstGeom>
          <a:solidFill>
            <a:srgbClr val="F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70448" y="283464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ಅವಧಿ ಮೀರಿದ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21792" y="2880360"/>
            <a:ext cx="6583680" cy="1078992"/>
          </a:xfrm>
          <a:prstGeom prst="roundRect">
            <a:avLst>
              <a:gd name="adj" fmla="val 5085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656" y="3977640"/>
            <a:ext cx="1788566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3986784"/>
            <a:ext cx="16971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ಇತ್ತೀಚಿನ ಪುಸ್ತಕ ಕೋಷ್ಟಕ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21792" y="4041648"/>
            <a:ext cx="3291840" cy="2331720"/>
          </a:xfrm>
          <a:prstGeom prst="roundRect">
            <a:avLst>
              <a:gd name="adj" fmla="val 2353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6656" y="6391656"/>
            <a:ext cx="1431950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6400800"/>
            <a:ext cx="13405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ಇತ್ತೀಚಿನ ಚಟುವಟಿಕೆ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041648" y="4041648"/>
            <a:ext cx="3291840" cy="2331720"/>
          </a:xfrm>
          <a:prstGeom prst="roundRect">
            <a:avLst>
              <a:gd name="adj" fmla="val 2353"/>
            </a:avLst>
          </a:prstGeom>
          <a:solidFill>
            <a:srgbClr val="F06060">
              <a:alpha val="12000"/>
            </a:srgbClr>
          </a:solidFill>
          <a:ln w="27940">
            <a:solidFill>
              <a:srgbClr val="F0606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096512" y="6391656"/>
            <a:ext cx="1503274" cy="201168"/>
          </a:xfrm>
          <a:prstGeom prst="roundRect">
            <a:avLst>
              <a:gd name="adj" fmla="val 18182"/>
            </a:avLst>
          </a:prstGeom>
          <a:solidFill>
            <a:srgbClr val="F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33088" y="6400800"/>
            <a:ext cx="1411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ಅವಧಿ ಮೀರಿದ ವಾಪಸಾತಿ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662672" y="1600200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181D30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818120" y="1874520"/>
            <a:ext cx="530352" cy="53035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18120" y="1874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508" dirty="0"/>
          </a:p>
        </p:txBody>
      </p:sp>
      <p:sp>
        <p:nvSpPr>
          <p:cNvPr id="32" name="Text 29"/>
          <p:cNvSpPr/>
          <p:nvPr/>
        </p:nvSpPr>
        <p:spPr>
          <a:xfrm>
            <a:off x="8458200" y="1691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ಒಟ್ಟು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ಪುಸ್ತಕ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458200" y="21122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ಎಲ್ಲ ಸ್ವರೂಪ ಮತ್ತು ಪ್ರಕಾರದ ಪ್ರತಿ ಪುಸ್ತಕ ಲೈಬ್ರರಿಗೆ ಸೇರಿಸಲಾಗಿದೆ.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662672" y="2862072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181D30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818120" y="3136392"/>
            <a:ext cx="530352" cy="530352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18120" y="3136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508" dirty="0"/>
          </a:p>
        </p:txBody>
      </p:sp>
      <p:sp>
        <p:nvSpPr>
          <p:cNvPr id="37" name="Text 34"/>
          <p:cNvSpPr/>
          <p:nvPr/>
        </p:nvSpPr>
        <p:spPr>
          <a:xfrm>
            <a:off x="8458200" y="29535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ಸದಸ್ಯರು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458200" y="337413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ಗ್ರಾಮದ ಎಲ್ಲ ನೋಂದಾಯಿತ ಎರವಲುದಾರರು.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662672" y="4123944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181D3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818120" y="4398264"/>
            <a:ext cx="530352" cy="5303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18120" y="43982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</a:t>
            </a:r>
            <a:endParaRPr lang="en-US" sz="1508" dirty="0"/>
          </a:p>
        </p:txBody>
      </p:sp>
      <p:sp>
        <p:nvSpPr>
          <p:cNvPr id="42" name="Text 39"/>
          <p:cNvSpPr/>
          <p:nvPr/>
        </p:nvSpPr>
        <p:spPr>
          <a:xfrm>
            <a:off x="8458200" y="42153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ವಿತರಿಸಿದ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458200" y="46360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ಪ್ರಸ್ತುತ ಚೆಕ್ ಔಟ್ ಆಗಿರುವ ಪುಸ್ತಕ — ಕಪಾಟಿನಲ್ಲಿ ಇಲ್ಲ.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662672" y="5385816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181D30"/>
          </a:solidFill>
          <a:ln w="12700">
            <a:solidFill>
              <a:srgbClr val="F0606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7818120" y="5660136"/>
            <a:ext cx="530352" cy="530352"/>
          </a:xfrm>
          <a:prstGeom prst="ellipse">
            <a:avLst/>
          </a:prstGeom>
          <a:solidFill>
            <a:srgbClr val="F060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18120" y="56601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508" dirty="0"/>
          </a:p>
        </p:txBody>
      </p:sp>
      <p:sp>
        <p:nvSpPr>
          <p:cNvPr id="47" name="Text 44"/>
          <p:cNvSpPr/>
          <p:nvPr/>
        </p:nvSpPr>
        <p:spPr>
          <a:xfrm>
            <a:off x="8458200" y="54772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6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ಅವಧಿ ಮೀರಿದ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458200" y="5897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ನಿಗದಿ ದಿನಾಂಕ ಕಳೆದ ಪುಸ್ತಕ — ಕ್ರಮ ಅಗತ್ಯ.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83464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ಸ್ಲೈಡ್ 3 &amp; 4  ·  ಸೆಟ್ಟಿಂಗ್ಸ್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ಸೆಟ್ಟಿಂಗ್ಸ್ — ನಿಯಮ, PIN ಮತ್ತು ಭಾಷೆ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ಲೈಬ್ರರಿ ಹೇಗೆ ಕಾರ್ಯನಿರ್ವಹಿಸುತ್ತದೆ ಎಂಬುದನ್ನು ನಿಯಂತ್ರಿಸುವ ಎಲ್ಲ ಸಂಗತಿ — ಎಲ್ಲ ವಿಭಾಗ ತಲುಪಲು Settings ನಲ್ಲಿ ಕೆಳಗೆ ಸ್ಕ್ರಾಲ್ ಮಾಡಿ.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846320" cy="4956048"/>
          </a:xfrm>
          <a:prstGeom prst="roundRect">
            <a:avLst>
              <a:gd name="adj" fmla="val 1887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9072"/>
            <a:ext cx="4572000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37360"/>
            <a:ext cx="4572000" cy="1572768"/>
          </a:xfrm>
          <a:prstGeom prst="roundRect">
            <a:avLst>
              <a:gd name="adj" fmla="val 3488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3328416"/>
            <a:ext cx="1004011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3337560"/>
            <a:ext cx="9125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ಸಾಲ ನಿಯಮ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1792" y="3401568"/>
            <a:ext cx="4572000" cy="1536192"/>
          </a:xfrm>
          <a:prstGeom prst="roundRect">
            <a:avLst>
              <a:gd name="adj" fmla="val 3571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4956048"/>
            <a:ext cx="1788566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4965192"/>
            <a:ext cx="16971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ಭದ್ರತೆ / PIN ಬದಲಿಸಿ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21792" y="5010912"/>
            <a:ext cx="4572000" cy="932688"/>
          </a:xfrm>
          <a:prstGeom prst="roundRect">
            <a:avLst>
              <a:gd name="adj" fmla="val 5882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5961888"/>
            <a:ext cx="1146658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5971032"/>
            <a:ext cx="1055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ಭಾಷಾ ಟಾಗಲ್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532120" y="1600200"/>
            <a:ext cx="6291072" cy="1600200"/>
          </a:xfrm>
          <a:prstGeom prst="roundRect">
            <a:avLst>
              <a:gd name="adj" fmla="val 6857"/>
            </a:avLst>
          </a:prstGeom>
          <a:solidFill>
            <a:srgbClr val="181D3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87568" y="210312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8756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612" dirty="0"/>
          </a:p>
        </p:txBody>
      </p:sp>
      <p:sp>
        <p:nvSpPr>
          <p:cNvPr id="20" name="Shape 17"/>
          <p:cNvSpPr/>
          <p:nvPr/>
        </p:nvSpPr>
        <p:spPr>
          <a:xfrm>
            <a:off x="5687568" y="1728216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87568" y="17282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44768" y="17373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ಸಾಲ ನಿಯಮ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687568" y="224028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2148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Duration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03082" y="2148840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ಸದಸ್ಯ ಪುಸ್ತಕ ಇಡಬಹುದಾದ ದಿನಗಳು (ಡೀಫಾಲ್ಟ್: 14)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687568" y="256946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2160" y="24780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Per Day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03082" y="2478024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ಪ್ರತಿ ತಡ ದಿನಕ್ಕೆ ₹ ದಂಡ (ಡೀಫಾಲ್ಟ್: ₹1)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687568" y="289864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52160" y="28072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button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03082" y="2807208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ಟ್ಯಾಪ್ ಮಾಡಿ — ಎಲ್ಲ ಭವಿಷ್ಯದ ವಿತರಣೆಗಳಿಗೆ ತಕ್ಷಣ ಅನ್ವಯ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532120" y="3337560"/>
            <a:ext cx="6291072" cy="1600200"/>
          </a:xfrm>
          <a:prstGeom prst="roundRect">
            <a:avLst>
              <a:gd name="adj" fmla="val 6857"/>
            </a:avLst>
          </a:prstGeom>
          <a:solidFill>
            <a:srgbClr val="181D30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687568" y="3840480"/>
            <a:ext cx="566928" cy="566928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8756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612" dirty="0"/>
          </a:p>
        </p:txBody>
      </p:sp>
      <p:sp>
        <p:nvSpPr>
          <p:cNvPr id="35" name="Shape 32"/>
          <p:cNvSpPr/>
          <p:nvPr/>
        </p:nvSpPr>
        <p:spPr>
          <a:xfrm>
            <a:off x="5687568" y="3465576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87568" y="34655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144768" y="34747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ಬದಲಿಸಿ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5687568" y="3977640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52160" y="388620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203082" y="3886200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ಈಗ ಬಳಸುವ PIN ನಮೂದಿಸಿ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687568" y="4306824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52160" y="421538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PIN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203082" y="4215384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ಆಯ್ಕೆ ಮಾಡಿದ ಹೊಸ 4-ಅಂಕಿ PIN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687568" y="463600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852160" y="45445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PIN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203082" y="4544568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ಹೊಸ PIN ಮತ್ತೆ ನಮೂದಿಸಿ, ನಂತರ Change PIN ಟ್ಯಾಪ್ ಮಾಡಿ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532120" y="5074920"/>
            <a:ext cx="6291072" cy="1600200"/>
          </a:xfrm>
          <a:prstGeom prst="roundRect">
            <a:avLst>
              <a:gd name="adj" fmla="val 6857"/>
            </a:avLst>
          </a:prstGeom>
          <a:solidFill>
            <a:srgbClr val="181D30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687568" y="5577840"/>
            <a:ext cx="566928" cy="566928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687568" y="5577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12" dirty="0"/>
          </a:p>
        </p:txBody>
      </p:sp>
      <p:sp>
        <p:nvSpPr>
          <p:cNvPr id="50" name="Shape 47"/>
          <p:cNvSpPr/>
          <p:nvPr/>
        </p:nvSpPr>
        <p:spPr>
          <a:xfrm>
            <a:off x="5687568" y="5202936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687568" y="520293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6144768" y="521208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ಭಾಷಾ ಟಾಗಲ್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5687568" y="5715000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852160" y="56235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ಪ್ರಸ್ತುತ: English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8203082" y="5623560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"Switch to ಕನ್ನಡ" ಟ್ಯಾಪ್ ಮಾಡಿ ಬದಲಿಸಿ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5687568" y="6044184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852160" y="59527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ತಕ್ಷಣ ಬದಲಾವಣೆ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8203082" y="5952744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ಇಡೀ ಅಪ್ಲಿಕೇಶನ್ UI ಒಮ್ಮೆಗೇ ಬದಲಾಗುತ್ತದೆ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5687568" y="637336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852160" y="62819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ಮತ್ತೆ ಟಾಗಲ್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8203082" y="6281928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ಯಾವಾಗ ಬೇಕಾದರೂ English ಗೆ ಮರಳಲು ಮತ್ತೆ ಟ್ಯಾಪ್ ಮಾಡಿ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5532120" y="6803136"/>
            <a:ext cx="6291072" cy="292608"/>
          </a:xfrm>
          <a:prstGeom prst="roundRect">
            <a:avLst>
              <a:gd name="adj" fmla="val 25000"/>
            </a:avLst>
          </a:prstGeom>
          <a:solidFill>
            <a:srgbClr val="1E2440"/>
          </a:solidFill>
          <a:ln w="12700">
            <a:solidFill>
              <a:srgbClr val="7880A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623560" y="6830568"/>
            <a:ext cx="6108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ಬ್ಯಾಕಪ್ &amp; ರಿಸ್ಟೋರ್ ಮತ್ತು Android ಆಮದು ಭಾಷಾ ವಿಭಾಗದ ಕೆಳಗಿದೆ — Settings ನಲ್ಲಿ ಕೆಳಗೆ ಸ್ಕ್ರಾಲ್ ಮಾಡಿ.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74320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ಸ್ಲೈಡ್ 5  ·  ಬ್ಯಾಕಪ್ &amp; ಆಮದು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ಬ್ಯಾಕಪ್ ಮತ್ತು Android ಆಮದು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ವಾರಕ್ಕೊಮ್ಮೆ ಡೇಟಾ ರಕ್ಷಿಸಿ. ವಲಸೆಯ ಸಮಯ ಒಮ್ಮೆ Android ಪುಸ್ತಕ ಆಮದು ಮಾಡಿ.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846320" cy="4956048"/>
          </a:xfrm>
          <a:prstGeom prst="roundRect">
            <a:avLst>
              <a:gd name="adj" fmla="val 1887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9072"/>
            <a:ext cx="4572000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37360"/>
            <a:ext cx="4572000" cy="2423160"/>
          </a:xfrm>
          <a:prstGeom prst="roundRect">
            <a:avLst>
              <a:gd name="adj" fmla="val 2264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4178808"/>
            <a:ext cx="1931213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187952"/>
            <a:ext cx="18397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ಬ್ಯಾಕಪ್ &amp; ರಿಸ್ಟೋರ್ ವಿಭಾಗ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1792" y="4251960"/>
            <a:ext cx="4572000" cy="2121408"/>
          </a:xfrm>
          <a:prstGeom prst="roundRect">
            <a:avLst>
              <a:gd name="adj" fmla="val 2586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6391656"/>
            <a:ext cx="1503274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6400800"/>
            <a:ext cx="1411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ಆಮದು ವಿಭಾಗ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32120" y="1600200"/>
            <a:ext cx="6291072" cy="2578608"/>
          </a:xfrm>
          <a:prstGeom prst="roundRect">
            <a:avLst>
              <a:gd name="adj" fmla="val 4255"/>
            </a:avLst>
          </a:prstGeom>
          <a:solidFill>
            <a:srgbClr val="181D3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87568" y="173736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690" dirty="0"/>
          </a:p>
        </p:txBody>
      </p:sp>
      <p:sp>
        <p:nvSpPr>
          <p:cNvPr id="17" name="Text 14"/>
          <p:cNvSpPr/>
          <p:nvPr/>
        </p:nvSpPr>
        <p:spPr>
          <a:xfrm>
            <a:off x="6400800" y="1764792"/>
            <a:ext cx="5285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ಬ್ಯಾಕಪ್ &amp; ರಿಸ್ಟೋರ್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0" y="214884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ನಿಮ್ಮ ಸುರಕ್ಷತಾ ಜಾಲ — ಪ್ರತಿ ವಾರ ಚಲಾಯಿಸಿ.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87568" y="257860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24871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Now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03082" y="2487168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AppData/backups ಗೆ ಟೈಮ್‌ಸ್ಟ್ಯಾಂಪ್ .db ಫೈಲ್ ಉಳಿಸುತ್ತದೆ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87568" y="296265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28712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Backups: 7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03082" y="2871216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ಎಷ್ಟು ಬ್ಯಾಕಪ್ ಇದೆ ತೋರಿಸುತ್ತದೆ (7-ದಿನ ತಿರುಗು ವಿಂಡೋ)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687568" y="334670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0" y="32552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03082" y="3255264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ಡೇಟಾ ಹಾಳಾದರೆ ಯಾವುದೇ ಬ್ಯಾಕಪ್‌ಗೆ ಮರಳಿ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32120" y="4315968"/>
            <a:ext cx="6291072" cy="2240280"/>
          </a:xfrm>
          <a:prstGeom prst="roundRect">
            <a:avLst>
              <a:gd name="adj" fmla="val 4898"/>
            </a:avLst>
          </a:prstGeom>
          <a:solidFill>
            <a:srgbClr val="181D30"/>
          </a:solidFill>
          <a:ln w="12700">
            <a:solidFill>
              <a:srgbClr val="A374F7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87568" y="4462272"/>
            <a:ext cx="594360" cy="594360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87568" y="4462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</a:t>
            </a:r>
            <a:endParaRPr lang="en-US" sz="1690" dirty="0"/>
          </a:p>
        </p:txBody>
      </p:sp>
      <p:sp>
        <p:nvSpPr>
          <p:cNvPr id="31" name="Text 28"/>
          <p:cNvSpPr/>
          <p:nvPr/>
        </p:nvSpPr>
        <p:spPr>
          <a:xfrm>
            <a:off x="6400800" y="4480560"/>
            <a:ext cx="5285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37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DB ಆಮದು  (ಒಂದು ಬಾರಿ)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400800" y="484632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ಹಳೆಯ ಮೊಬೈಲ್ ಅಪ್ಲಿಕೇಶನ್‌ನಿಂದ ಪುಸ್ತಕ ವಲಸೆ ಮಾಡಿ.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87568" y="5285232"/>
            <a:ext cx="91440" cy="91440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52160" y="5175504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ಅಪ್ಲಿಕೇಶನ್‌ನಿಂದ .db SQLite ಫೈಲ್ USB/Drive ಗೆ ರಫ್ತು ಮಾಡಿ.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687568" y="5596128"/>
            <a:ext cx="91440" cy="91440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52160" y="5486400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"Select .db File" ಟ್ಯಾಪ್ ಮಾಡಿ ರಫ್ತು ಡೇಟಾಬೇಸ್ ಆಯ್ಕೆ ಮಾಡಿ.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687568" y="5907024"/>
            <a:ext cx="91440" cy="91440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52160" y="5797296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ಪುಸ್ತಕ ಸ್ವಯಂಚಾಲಿತವಾಗಿ ಆಮದಾಗುತ್ತವೆ — GG-XXXX ID ಸ್ವಯಂ ನಿಯೋಜಿತ.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687568" y="6217920"/>
            <a:ext cx="91440" cy="91440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52160" y="6108192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ನಕಲಿ ಶೀರ್ಷಿಕೆ (ಅದೇ ಶೀರ್ಷಿಕೆ + ಲೇಖಕ) ವಿಲೀನಗೊಳ್ಳುತ್ತದೆ, ದ್ವಿಗುಣಗೊಳ್ಳುವುದಿಲ್ಲ.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532120" y="6675120"/>
            <a:ext cx="6291072" cy="347472"/>
          </a:xfrm>
          <a:prstGeom prst="roundRect">
            <a:avLst>
              <a:gd name="adj" fmla="val 21053"/>
            </a:avLst>
          </a:prstGeom>
          <a:solidFill>
            <a:srgbClr val="180A28"/>
          </a:solidFill>
          <a:ln w="12700">
            <a:solidFill>
              <a:srgbClr val="A374F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23560" y="6711696"/>
            <a:ext cx="6108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37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ಆಮದು ಒಂದು ಬಾರಿ ಮಾತ್ರ. ನಂತರ ಎಲ್ಲ ಹೊಸ ಪುಸ್ತಕಕ್ಕೆ Add Book ಫಾರ್ಮ್ ಬಳಸಿ.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ಸ್ಲೈಡ್ 6  ·  ಪುಸ್ತಕಗಳು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ಪುಸ್ತಕ ಪಟ್ಟಿ — ಎಲ್ಲ ಶೀರ್ಷಿಕೆ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ಸತ್ನೂರು ಲೈಬ್ರರಿ ಸಂಗ್ರಹದ ಪ್ರತಿ ಪುಸ್ತಕ ಬ್ರೌಸ್, ಹುಡುಕಿ ಮತ್ತು ನಿರ್ವಹಿಸಿ.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949440" cy="4956048"/>
          </a:xfrm>
          <a:prstGeom prst="roundRect">
            <a:avLst>
              <a:gd name="adj" fmla="val 1845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9072"/>
            <a:ext cx="6675120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37360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2322576"/>
            <a:ext cx="932688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3317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ಸರ್ಚ್ ಬಾರ್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736592" y="1719072"/>
            <a:ext cx="2697480" cy="621792"/>
          </a:xfrm>
          <a:prstGeom prst="roundRect">
            <a:avLst>
              <a:gd name="adj" fmla="val 8824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91456" y="2359152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28032" y="2368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ಪುಸ್ತಕ ಸೇರಿಸಿ ಬಟನ್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21792" y="2816352"/>
            <a:ext cx="1371600" cy="4005072"/>
          </a:xfrm>
          <a:prstGeom prst="roundRect">
            <a:avLst>
              <a:gd name="adj" fmla="val 4000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6839712"/>
            <a:ext cx="1004011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6848856"/>
            <a:ext cx="9125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GG-XXXX IDs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440680" y="2706624"/>
            <a:ext cx="1508760" cy="530352"/>
          </a:xfrm>
          <a:prstGeom prst="roundRect">
            <a:avLst>
              <a:gd name="adj" fmla="val 10345"/>
            </a:avLst>
          </a:prstGeom>
          <a:solidFill>
            <a:srgbClr val="F06060">
              <a:alpha val="12000"/>
            </a:srgbClr>
          </a:solidFill>
          <a:ln w="27940">
            <a:solidFill>
              <a:srgbClr val="F060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95544" y="3255264"/>
            <a:ext cx="932688" cy="201168"/>
          </a:xfrm>
          <a:prstGeom prst="roundRect">
            <a:avLst>
              <a:gd name="adj" fmla="val 18182"/>
            </a:avLst>
          </a:prstGeom>
          <a:solidFill>
            <a:srgbClr val="F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32644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ಹಾನಿಗೊಳಗಾದ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440680" y="4096512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95544" y="4617720"/>
            <a:ext cx="790042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32120" y="4626864"/>
            <a:ext cx="698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ವಿತರಿಸಿದ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0680" y="5321808"/>
            <a:ext cx="1508760" cy="475488"/>
          </a:xfrm>
          <a:prstGeom prst="roundRect">
            <a:avLst>
              <a:gd name="adj" fmla="val 11538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95544" y="5815584"/>
            <a:ext cx="504749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32120" y="5824728"/>
            <a:ext cx="4133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ಲಭ್ಯ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693408" y="2724912"/>
            <a:ext cx="749808" cy="3310128"/>
          </a:xfrm>
          <a:prstGeom prst="roundRect">
            <a:avLst>
              <a:gd name="adj" fmla="val 7317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48272" y="6053328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84848" y="6062472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ತಿದ್ದಿ / ಅಳಿಸಿ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662672" y="1600200"/>
            <a:ext cx="4206240" cy="1810512"/>
          </a:xfrm>
          <a:prstGeom prst="roundRect">
            <a:avLst>
              <a:gd name="adj" fmla="val 6061"/>
            </a:avLst>
          </a:prstGeom>
          <a:solidFill>
            <a:srgbClr val="181D30"/>
          </a:solidFill>
          <a:ln w="12700">
            <a:solidFill>
              <a:srgbClr val="36407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45552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ಸ್ಥಿತಿ ಬ್ಯಾಡ್ಜ್‌ಗಳು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845552" y="2057400"/>
            <a:ext cx="3886200" cy="22860"/>
          </a:xfrm>
          <a:prstGeom prst="rect">
            <a:avLst/>
          </a:prstGeom>
          <a:solidFill>
            <a:srgbClr val="2A335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45552" y="2176272"/>
            <a:ext cx="1115568" cy="274320"/>
          </a:xfrm>
          <a:prstGeom prst="roundRect">
            <a:avLst>
              <a:gd name="adj" fmla="val 26667"/>
            </a:avLst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0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ಲಭ್ಯ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070848" y="2194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ಕಪಾಟಿನಲ್ಲಿ — ಈಗ ವಿತರಿಸಬಹುದು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845552" y="2615184"/>
            <a:ext cx="1115568" cy="274320"/>
          </a:xfrm>
          <a:prstGeom prst="roundRect">
            <a:avLst>
              <a:gd name="adj" fmla="val 2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63840" y="2615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ವಿತರಿಸಿದ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070848" y="26334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ಸದಸ್ಯರಿಗೆ ಚೆಕ್ ಔಟ್ ಆಗಿದೆ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845552" y="3054096"/>
            <a:ext cx="1115568" cy="274320"/>
          </a:xfrm>
          <a:prstGeom prst="roundRect">
            <a:avLst>
              <a:gd name="adj" fmla="val 26667"/>
            </a:avLst>
          </a:prstGeom>
          <a:solidFill>
            <a:srgbClr val="F06060"/>
          </a:solidFill>
          <a:ln w="12700">
            <a:solidFill>
              <a:srgbClr val="F0606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6384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ಹಾನಿಗೊಳಗಾದ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070848" y="3072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ಮರು ಪ್ರಸಾರಕ್ಕೆ ಮುನ್ನ ದುರಸ್ತಿ ಅಗತ್ಯ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662672" y="3547872"/>
            <a:ext cx="4206240" cy="1664208"/>
          </a:xfrm>
          <a:prstGeom prst="roundRect">
            <a:avLst>
              <a:gd name="adj" fmla="val 6593"/>
            </a:avLst>
          </a:prstGeom>
          <a:solidFill>
            <a:srgbClr val="181D3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45552" y="3657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ಪ್ರತಿ ಪುಸ್ತಕ ಸಾಲಿಗೆ ಆಯ್ಕೆ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845552" y="413308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10144" y="40416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View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9458554" y="4041648"/>
            <a:ext cx="2150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ಸೈಡ್ ಪ್ಯಾನೆಲ್‌ನಲ್ಲಿ ಸಂಪೂರ್ಣ ಪುಸ್ತಕ ವಿವರ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845552" y="449884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010144" y="440740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Edit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9458554" y="4407408"/>
            <a:ext cx="2150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ಯಾವುದೇ ಕ್ಷೇತ್ರ ನವೀಕರಿಸಿ — ಶೀರ್ಷಿಕೆ, ಲೇಖಕ, ಪ್ರಕಾರ…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845552" y="486460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010144" y="477316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Delete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9458554" y="4773168"/>
            <a:ext cx="2150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ಶಾಶ್ವತವಾಗಿ ತೆಗೆದುಹಾಕಿ (ರದ್ದು ಮಾಡಲಾಗದು)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662672" y="5349240"/>
            <a:ext cx="4206240" cy="1207008"/>
          </a:xfrm>
          <a:prstGeom prst="roundRect">
            <a:avLst>
              <a:gd name="adj" fmla="val 9091"/>
            </a:avLst>
          </a:prstGeom>
          <a:solidFill>
            <a:srgbClr val="1E2440"/>
          </a:solidFill>
          <a:ln w="12700">
            <a:solidFill>
              <a:srgbClr val="1FC8C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845552" y="5468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C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ಸರ್ಚ್ ಸಲಹೆಗಳು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845552" y="5760720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ಪುಸ್ತಕ ಶೀರ್ಷಿಕೆ, ಲೇಖಕ ಹೆಸರು, ಅಥವಾ GG-XXXX ಅಕ್ಸೆಶನ್ ಸಂಖ್ಯೆ ಮೂಲಕ ಹುಡುಕಿ.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ಕನ್ನಡ ಲಿಪಿಗೆ ಬದಲಿಸಲು ಸರ್ಚ್ ಬಾರ್ ಪಕ್ಕದ ಕ ಬಟನ್ ಬಳಸಿ.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01752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ಸ್ಲೈಡ್ 7 &amp; 8  ·  ಪುಸ್ತಕ ಸೇರಿಸಿ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ಹೊಸ ಪುಸ್ತಕ ಸೇರಿಸಿ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ತೆರೆಯಲು: Books (ಸೈಡ್‌ಬಾರ್) → + Add Book (ಮೇಲ್ ಬಲ). ಫಾರ್ಮ್ ಮೇಲಿನಿಂದ ಕೆಳಗೆ ತುಂಬಿ.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279392" cy="4956048"/>
          </a:xfrm>
          <a:prstGeom prst="roundRect">
            <a:avLst>
              <a:gd name="adj" fmla="val 2137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19072"/>
            <a:ext cx="4059936" cy="4681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6400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ಫಾರ್ಮ್ ಮೇಲ್ಭಾಗ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19472" y="1600200"/>
            <a:ext cx="4279392" cy="4956048"/>
          </a:xfrm>
          <a:prstGeom prst="roundRect">
            <a:avLst>
              <a:gd name="adj" fmla="val 2137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19072"/>
            <a:ext cx="4059936" cy="46817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33872" y="6400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ಫಾರ್ಮ್ ಕೆಳಭಾಗ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1792" y="1737360"/>
            <a:ext cx="3913632" cy="960120"/>
          </a:xfrm>
          <a:prstGeom prst="roundRect">
            <a:avLst>
              <a:gd name="adj" fmla="val 5714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6656" y="2715768"/>
            <a:ext cx="1360627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13232" y="2724912"/>
            <a:ext cx="12691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ಶೀರ್ಷಿಕೆ EN + KN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21792" y="2761488"/>
            <a:ext cx="3913632" cy="1024128"/>
          </a:xfrm>
          <a:prstGeom prst="roundRect">
            <a:avLst>
              <a:gd name="adj" fmla="val 535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76656" y="3803904"/>
            <a:ext cx="1075334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13232" y="3813048"/>
            <a:ext cx="9838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ಲೇಖಕ EN + KN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621792" y="3858768"/>
            <a:ext cx="3913632" cy="1389888"/>
          </a:xfrm>
          <a:prstGeom prst="roundRect">
            <a:avLst>
              <a:gd name="adj" fmla="val 3947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6656" y="5266944"/>
            <a:ext cx="1075334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3232" y="5276088"/>
            <a:ext cx="9838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ಪ್ರಕಟಣೆ ವಿವರ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621792" y="5321808"/>
            <a:ext cx="3913632" cy="749808"/>
          </a:xfrm>
          <a:prstGeom prst="roundRect">
            <a:avLst>
              <a:gd name="adj" fmla="val 7317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6656" y="6089904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3232" y="6099048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ಪ್ರಕಾರ + ಪ್ರತಿ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621792" y="6144768"/>
            <a:ext cx="3913632" cy="347472"/>
          </a:xfrm>
          <a:prstGeom prst="roundRect">
            <a:avLst>
              <a:gd name="adj" fmla="val 15789"/>
            </a:avLst>
          </a:prstGeom>
          <a:solidFill>
            <a:srgbClr val="FFCC55">
              <a:alpha val="12000"/>
            </a:srgbClr>
          </a:solidFill>
          <a:ln w="27940">
            <a:solidFill>
              <a:srgbClr val="FFCC5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6656" y="6510528"/>
            <a:ext cx="1004011" cy="201168"/>
          </a:xfrm>
          <a:prstGeom prst="roundRect">
            <a:avLst>
              <a:gd name="adj" fmla="val 18182"/>
            </a:avLst>
          </a:prstGeom>
          <a:solidFill>
            <a:srgbClr val="FFCC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13232" y="6519672"/>
            <a:ext cx="9125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ಅಕ್ಸೆಶನ್ ID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5047488" y="1737360"/>
            <a:ext cx="3913632" cy="960120"/>
          </a:xfrm>
          <a:prstGeom prst="roundRect">
            <a:avLst>
              <a:gd name="adj" fmla="val 5714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02352" y="2715768"/>
            <a:ext cx="1075334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38928" y="2724912"/>
            <a:ext cx="9838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ಲೇಖಕ EN + KN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5047488" y="2761488"/>
            <a:ext cx="3913632" cy="1389888"/>
          </a:xfrm>
          <a:prstGeom prst="roundRect">
            <a:avLst>
              <a:gd name="adj" fmla="val 3947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102352" y="4169664"/>
            <a:ext cx="1075334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138928" y="4178808"/>
            <a:ext cx="9838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ಪ್ರಕಟಣೆ ವಿವರ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047488" y="4224528"/>
            <a:ext cx="3913632" cy="960120"/>
          </a:xfrm>
          <a:prstGeom prst="roundRect">
            <a:avLst>
              <a:gd name="adj" fmla="val 5714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102352" y="5202936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138928" y="5212080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ಪ್ರಕಾರ + ಪ್ರತಿ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5047488" y="5257800"/>
            <a:ext cx="3913632" cy="658368"/>
          </a:xfrm>
          <a:prstGeom prst="roundRect">
            <a:avLst>
              <a:gd name="adj" fmla="val 8333"/>
            </a:avLst>
          </a:prstGeom>
          <a:solidFill>
            <a:srgbClr val="FFCC55">
              <a:alpha val="12000"/>
            </a:srgbClr>
          </a:solidFill>
          <a:ln w="27940">
            <a:solidFill>
              <a:srgbClr val="FFCC5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102352" y="5934456"/>
            <a:ext cx="2145182" cy="201168"/>
          </a:xfrm>
          <a:prstGeom prst="roundRect">
            <a:avLst>
              <a:gd name="adj" fmla="val 18182"/>
            </a:avLst>
          </a:prstGeom>
          <a:solidFill>
            <a:srgbClr val="FFCC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138928" y="5943600"/>
            <a:ext cx="20537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ಅಕ್ಸೆಶನ್ ID (ಸ್ವಯಂ GG-XXXX)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5047488" y="5961888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102352" y="6547104"/>
            <a:ext cx="1859890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138928" y="6556248"/>
            <a:ext cx="1768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ಟಿಪ್ಪಣಿ + Add Book ಬಟನ್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9381744" y="1600200"/>
            <a:ext cx="2487168" cy="4956048"/>
          </a:xfrm>
          <a:prstGeom prst="roundRect">
            <a:avLst>
              <a:gd name="adj" fmla="val 4412"/>
            </a:avLst>
          </a:prstGeom>
          <a:solidFill>
            <a:srgbClr val="181D30"/>
          </a:solidFill>
          <a:ln w="12700">
            <a:solidFill>
              <a:srgbClr val="36407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509760" y="1719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ಎಲ್ಲ ಕ್ಷೇತ್ರಗಳು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9509760" y="2057400"/>
            <a:ext cx="2212848" cy="22860"/>
          </a:xfrm>
          <a:prstGeom prst="rect">
            <a:avLst/>
          </a:prstGeom>
          <a:solidFill>
            <a:srgbClr val="2A335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491472" y="217627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491472" y="217627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9838944" y="217627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ಶೀರ್ಷಿಕೆ (EN)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9838944" y="25603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ಶೀರ್ಷಿಕೆ (KN)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9491472" y="2944368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491472" y="29443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9838944" y="29443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ಲೇಖಕ (EN)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9838944" y="332841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ಲೇಖಕ (KN)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9838944" y="37124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ಪ್ರಕಾಶಕ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9838944" y="409651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ವರ್ಷ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9838944" y="44805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ಭಾಷೆ</a:t>
            </a:r>
            <a:endParaRPr lang="en-US" sz="1000" dirty="0"/>
          </a:p>
        </p:txBody>
      </p:sp>
      <p:sp>
        <p:nvSpPr>
          <p:cNvPr id="56" name="Text 52"/>
          <p:cNvSpPr/>
          <p:nvPr/>
        </p:nvSpPr>
        <p:spPr>
          <a:xfrm>
            <a:off x="9838944" y="48646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ಪ್ರಕಾರ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9838944" y="52486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ಒಟ್ಟು ಪ್ರತಿ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9838944" y="563270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ಅಕ್ಸೆಶನ್ ID</a:t>
            </a:r>
            <a:endParaRPr lang="en-US" sz="1000" dirty="0"/>
          </a:p>
        </p:txBody>
      </p:sp>
      <p:sp>
        <p:nvSpPr>
          <p:cNvPr id="59" name="Text 55"/>
          <p:cNvSpPr/>
          <p:nvPr/>
        </p:nvSpPr>
        <p:spPr>
          <a:xfrm>
            <a:off x="9838944" y="60167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ಟಿಪ್ಪಣಿ</a:t>
            </a:r>
            <a:endParaRPr lang="en-US" sz="1000" dirty="0"/>
          </a:p>
        </p:txBody>
      </p:sp>
      <p:sp>
        <p:nvSpPr>
          <p:cNvPr id="60" name="Text 56"/>
          <p:cNvSpPr/>
          <p:nvPr/>
        </p:nvSpPr>
        <p:spPr>
          <a:xfrm>
            <a:off x="9491472" y="64008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ಕಡ್ಡಾಯ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ಸ್ಲೈಡ್ 9 &amp; 10  ·  ಸದಸ್ಯರು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ಸದಸ್ಯರು — ಪಟ್ಟಿ ಮತ್ತು ಹೊಸ ಸೇರ್ಪಡೆ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ಪ್ರತಿ ಎರವಲುದಾರ ನೋಂದಾಯಿತ ಸದಸ್ಯರಾಗಿರಬೇಕು.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279392" cy="4956048"/>
          </a:xfrm>
          <a:prstGeom prst="roundRect">
            <a:avLst>
              <a:gd name="adj" fmla="val 2137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19072"/>
            <a:ext cx="4059936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37360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2322576"/>
            <a:ext cx="932688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3317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ಸರ್ಚ್ ಬಾರ್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1792" y="2359152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2852928"/>
            <a:ext cx="647395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862072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MEM-ID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121408" y="2359152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C8D0E8">
              <a:alpha val="12000"/>
            </a:srgbClr>
          </a:solidFill>
          <a:ln w="27940">
            <a:solidFill>
              <a:srgbClr val="C8D0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76272" y="2852928"/>
            <a:ext cx="1075334" cy="201168"/>
          </a:xfrm>
          <a:prstGeom prst="roundRect">
            <a:avLst>
              <a:gd name="adj" fmla="val 18182"/>
            </a:avLst>
          </a:prstGeom>
          <a:solidFill>
            <a:srgbClr val="C8D0E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12848" y="2862072"/>
            <a:ext cx="9838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ಹೆಸರು + ಫೋನ್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187952" y="1664208"/>
            <a:ext cx="685800" cy="621792"/>
          </a:xfrm>
          <a:prstGeom prst="roundRect">
            <a:avLst>
              <a:gd name="adj" fmla="val 8824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42816" y="2304288"/>
            <a:ext cx="790042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79392" y="2313432"/>
            <a:ext cx="698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ಸೇರಿಸಿ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864608" y="4251960"/>
            <a:ext cx="411480" cy="20116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44622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ಟ್ಯಾಪ್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ಸದಸ್ಯ ಸೇರಿಸಿ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440680" y="1600200"/>
            <a:ext cx="6291072" cy="4956048"/>
          </a:xfrm>
          <a:prstGeom prst="roundRect">
            <a:avLst>
              <a:gd name="adj" fmla="val 1845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719072"/>
            <a:ext cx="6053328" cy="468172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596128" y="1737360"/>
            <a:ext cx="5989320" cy="987552"/>
          </a:xfrm>
          <a:prstGeom prst="roundRect">
            <a:avLst>
              <a:gd name="adj" fmla="val 5556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650992" y="2743200"/>
            <a:ext cx="2430475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87568" y="2752344"/>
            <a:ext cx="23390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ವೈಯಕ್ತಿಕ ಮಾಹಿತಿ — ಹೆಸರು EN + KN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5596128" y="2788920"/>
            <a:ext cx="5989320" cy="987552"/>
          </a:xfrm>
          <a:prstGeom prst="roundRect">
            <a:avLst>
              <a:gd name="adj" fmla="val 5556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650992" y="3794760"/>
            <a:ext cx="1717243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87568" y="3803904"/>
            <a:ext cx="16258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ಸಂಪರ್ಕ — ಫೋನ್ + ಇಮೇಲ್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5596128" y="3840480"/>
            <a:ext cx="5989320" cy="749808"/>
          </a:xfrm>
          <a:prstGeom prst="roundRect">
            <a:avLst>
              <a:gd name="adj" fmla="val 7317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50992" y="4608576"/>
            <a:ext cx="1146658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87568" y="4617720"/>
            <a:ext cx="1055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ವಿಳಾಸ EN + KN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596128" y="4663440"/>
            <a:ext cx="5989320" cy="987552"/>
          </a:xfrm>
          <a:prstGeom prst="roundRect">
            <a:avLst>
              <a:gd name="adj" fmla="val 5556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650992" y="5669280"/>
            <a:ext cx="2644445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87568" y="5678424"/>
            <a:ext cx="25530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ಸದಸ್ಯ ID (ಸ್ವಯಂ) + ಪ್ರಕಾರ + ದಿನಾಂಕ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457200" y="6629400"/>
            <a:ext cx="11411712" cy="384048"/>
          </a:xfrm>
          <a:prstGeom prst="roundRect">
            <a:avLst>
              <a:gd name="adj" fmla="val 19048"/>
            </a:avLst>
          </a:prstGeom>
          <a:solidFill>
            <a:srgbClr val="1E24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1792" y="666597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ಸದಸ್ಯ ID (MEM-XXXX) ಉಳಿಸಿದ ನಂತರ ಸ್ವಯಂ ನಿಯೋಜಿತ. ಸದಸ್ಯತ್ವ ಪ್ರಕಾರ "regular" ಡೀಫಾಲ್ಟ್. ಇಮೇಲ್ ಮತ್ತು ವಿಳಾಸ ಐಚ್ಛಿಕ.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ಸ್ಲೈಡ್ 11 &amp; 12  ·  ಪುಸ್ತಕ ವಿತರಿಸಿ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ಪುಸ್ತಕ ವಿತರಿಸಿ — 3-ಹಂತ ಪ್ರಕ್ರಿಯೆ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ಸದಸ್ಯ ಆಯ್ಕೆ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61488" y="1453896"/>
            <a:ext cx="256032" cy="54864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1E2440"/>
          </a:solidFill>
          <a:ln w="12700">
            <a:solidFill>
              <a:srgbClr val="36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9300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ಪುಸ್ತಕ ಆಯ್ಕೆ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21808" y="1453896"/>
            <a:ext cx="256032" cy="54864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1E2440"/>
          </a:solidFill>
          <a:ln w="12700">
            <a:solidFill>
              <a:srgbClr val="364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5332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ವಿತರಣೆ ದೃಢಪಡಿಸಿ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810512"/>
            <a:ext cx="4754880" cy="4745736"/>
          </a:xfrm>
          <a:prstGeom prst="roundRect">
            <a:avLst>
              <a:gd name="adj" fmla="val 1927"/>
            </a:avLst>
          </a:prstGeom>
          <a:solidFill>
            <a:srgbClr val="0C0F1A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920240"/>
            <a:ext cx="4498848" cy="44988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21792" y="2487168"/>
            <a:ext cx="4462272" cy="713232"/>
          </a:xfrm>
          <a:prstGeom prst="roundRect">
            <a:avLst>
              <a:gd name="adj" fmla="val 7692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" y="3218688"/>
            <a:ext cx="2287829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3227832"/>
            <a:ext cx="21963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ಹೆಸರು ಅಥವಾ MEM-ID ಮೂಲಕ ಹುಡುಕಿ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21792" y="3246120"/>
            <a:ext cx="4462272" cy="658368"/>
          </a:xfrm>
          <a:prstGeom prst="roundRect">
            <a:avLst>
              <a:gd name="adj" fmla="val 8333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6656" y="3922776"/>
            <a:ext cx="3357677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3931920"/>
            <a:ext cx="32662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ಫಲಿತಾಂಶ ಸಾಲು — ಸದಸ್ಯ ಆಯ್ಕೆ ಮಾಡಲು ಕ್ಲಿಕ್ ಮಾಡಿ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57200" y="6601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ಹಂತ 1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76672" y="1810512"/>
            <a:ext cx="1353312" cy="4745736"/>
          </a:xfrm>
          <a:prstGeom prst="roundRect">
            <a:avLst>
              <a:gd name="adj" fmla="val 6757"/>
            </a:avLst>
          </a:prstGeom>
          <a:solidFill>
            <a:srgbClr val="1E2440"/>
          </a:solidFill>
          <a:ln w="12700">
            <a:solidFill>
              <a:srgbClr val="36407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76672" y="1965960"/>
            <a:ext cx="1353312" cy="440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230368" y="4114800"/>
            <a:ext cx="128016" cy="20116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48272" y="4114800"/>
            <a:ext cx="128016" cy="20116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94576" y="1810512"/>
            <a:ext cx="4974336" cy="4745736"/>
          </a:xfrm>
          <a:prstGeom prst="roundRect">
            <a:avLst>
              <a:gd name="adj" fmla="val 1927"/>
            </a:avLst>
          </a:prstGeom>
          <a:solidFill>
            <a:srgbClr val="0C0F1A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920240"/>
            <a:ext cx="4718304" cy="449884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059168" y="1993392"/>
            <a:ext cx="4681728" cy="457200"/>
          </a:xfrm>
          <a:prstGeom prst="roundRect">
            <a:avLst>
              <a:gd name="adj" fmla="val 12000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114032" y="2468880"/>
            <a:ext cx="1859890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150608" y="2478024"/>
            <a:ext cx="1768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ಹಂತ ಸೂಚಕ (ಹಂತ 3 ಸಕ್ರಿಯ)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7059168" y="2578608"/>
            <a:ext cx="4681728" cy="2788920"/>
          </a:xfrm>
          <a:prstGeom prst="roundRect">
            <a:avLst>
              <a:gd name="adj" fmla="val 1967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114032" y="5385816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150608" y="5394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ವಿತರಣೆ ಸಾರಾಂಶ ಕಾರ್ಡ್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7059168" y="3154680"/>
            <a:ext cx="4681728" cy="502920"/>
          </a:xfrm>
          <a:prstGeom prst="roundRect">
            <a:avLst>
              <a:gd name="adj" fmla="val 10909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114032" y="3675888"/>
            <a:ext cx="2002536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150608" y="368503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ಸದಸ್ಯ ಹೆಸರು + MEM-ID ಚಿಪ್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7059168" y="3749040"/>
            <a:ext cx="4681728" cy="502920"/>
          </a:xfrm>
          <a:prstGeom prst="roundRect">
            <a:avLst>
              <a:gd name="adj" fmla="val 10909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114032" y="4270248"/>
            <a:ext cx="2359152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150608" y="42793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ಪುಸ್ತಕ ಶೀರ್ಷಿಕೆ + GG-XXXX ಚಿಪ್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7059168" y="4370832"/>
            <a:ext cx="4681728" cy="658368"/>
          </a:xfrm>
          <a:prstGeom prst="roundRect">
            <a:avLst>
              <a:gd name="adj" fmla="val 8333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114032" y="5047488"/>
            <a:ext cx="3143707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150608" y="5056632"/>
            <a:ext cx="30522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ನಿಗದಿ ದಿನಾಂಕ (ದೃಢಪಡಿಸುವ ಮೊದಲು ತಿದ್ದಬಹುದು)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9006840" y="6016752"/>
            <a:ext cx="2395728" cy="475488"/>
          </a:xfrm>
          <a:prstGeom prst="roundRect">
            <a:avLst>
              <a:gd name="adj" fmla="val 11538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061704" y="6510528"/>
            <a:ext cx="1289304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098280" y="651967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ವಿತರಣೆ ದೃಢಪಡಿಸಿ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6894576" y="6601968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ಹಂತ 3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457200" y="6876288"/>
            <a:ext cx="11411712" cy="320040"/>
          </a:xfrm>
          <a:prstGeom prst="roundRect">
            <a:avLst>
              <a:gd name="adj" fmla="val 22857"/>
            </a:avLst>
          </a:prstGeom>
          <a:solidFill>
            <a:srgbClr val="1A1A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21792" y="691286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C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ನಿಗದಿ ದಿನಾಂಕ = ಇಂದು + ಸಾಲ ಅವಧಿ (Settings ನಿಂದ). ವಿಶೇಷ ಸಂದರ್ಭಗಳಲ್ಲಿ ಹಂತ 3 ರಲ್ಲಿ ದಿನಾಂಕ ತಿದ್ದಬಹುದು.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9184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ಸ್ಲೈಡ್ 13  ·  ಬಾರ್‌ಕೋಡ್ ಸ್ಕ್ಯಾನರ್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ಬಾರ್‌ಕೋಡ್ ಸ್ಕ್ಯಾನರ್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ಪುಸ್ತಕ ವಿತರಿಸಲು, ವಾಪಸಾತಿ ಅಥವಾ ಸೇರಿಸಲು ವೇಗದ ಮಾರ್ಗ. ಎರಡು ಮೋಡ್, ಒಂದು ಪರದೆ.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903720" cy="4956048"/>
          </a:xfrm>
          <a:prstGeom prst="roundRect">
            <a:avLst>
              <a:gd name="adj" fmla="val 1845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19072"/>
            <a:ext cx="6656832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83080"/>
            <a:ext cx="3639312" cy="3547872"/>
          </a:xfrm>
          <a:prstGeom prst="roundRect">
            <a:avLst>
              <a:gd name="adj" fmla="val 1546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5349240"/>
            <a:ext cx="2002536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5358384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ವಿತರಣೆ / ವಾಪಸಾತಿ ಪ್ಯಾನೆಲ್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8368" y="1938528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2432304"/>
            <a:ext cx="2073859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2441448"/>
            <a:ext cx="19824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 ಟ್ಯಾಬ್ (ಸಕ್ರಿಯ)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633472" y="1938528"/>
            <a:ext cx="1572768" cy="475488"/>
          </a:xfrm>
          <a:prstGeom prst="roundRect">
            <a:avLst>
              <a:gd name="adj" fmla="val 11538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88336" y="2432304"/>
            <a:ext cx="1503274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24912" y="2441448"/>
            <a:ext cx="1411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Book ಟ್ಯಾಬ್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487168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3346704"/>
            <a:ext cx="2073859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355848"/>
            <a:ext cx="19824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ಸ್ಕ್ಯಾನರ್ ಇನ್‌ಪುಟ್ ಕ್ಷೇತ್ರ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407408" y="1783080"/>
            <a:ext cx="2944368" cy="3127248"/>
          </a:xfrm>
          <a:prstGeom prst="roundRect">
            <a:avLst>
              <a:gd name="adj" fmla="val 1863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62272" y="4928616"/>
            <a:ext cx="1788566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98848" y="4937760"/>
            <a:ext cx="16971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ಪುಸ್ತಕ ಸೇರಿಸಿ ಪ್ಯಾನೆಲ್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4840" y="2359152"/>
            <a:ext cx="2907792" cy="749808"/>
          </a:xfrm>
          <a:prstGeom prst="roundRect">
            <a:avLst>
              <a:gd name="adj" fmla="val 7317"/>
            </a:avLst>
          </a:prstGeom>
          <a:solidFill>
            <a:srgbClr val="1FC8C0">
              <a:alpha val="12000"/>
            </a:srgbClr>
          </a:solidFill>
          <a:ln w="27940">
            <a:solidFill>
              <a:srgbClr val="1FC8C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89704" y="3127248"/>
            <a:ext cx="1931213" cy="201168"/>
          </a:xfrm>
          <a:prstGeom prst="roundRect">
            <a:avLst>
              <a:gd name="adj" fmla="val 18182"/>
            </a:avLst>
          </a:prstGeom>
          <a:solidFill>
            <a:srgbClr val="1FC8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136392"/>
            <a:ext cx="18397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ಬಾರ್‌ಕೋಡ್ ಫಾರ್ಮಾಟ್ ವಿಶೇಷ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144768" y="169164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9632" y="2121408"/>
            <a:ext cx="1360627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36208" y="2130552"/>
            <a:ext cx="12691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ಟೈಪ್/ಪೇಸ್ಟ್ ಬಟನ್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571232" y="1600200"/>
            <a:ext cx="4315968" cy="2788920"/>
          </a:xfrm>
          <a:prstGeom prst="roundRect">
            <a:avLst>
              <a:gd name="adj" fmla="val 3934"/>
            </a:avLst>
          </a:prstGeom>
          <a:solidFill>
            <a:srgbClr val="181D3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726680" y="173736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2668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</a:t>
            </a:r>
            <a:endParaRPr lang="en-US" sz="1612" dirty="0"/>
          </a:p>
        </p:txBody>
      </p:sp>
      <p:sp>
        <p:nvSpPr>
          <p:cNvPr id="32" name="Text 29"/>
          <p:cNvSpPr/>
          <p:nvPr/>
        </p:nvSpPr>
        <p:spPr>
          <a:xfrm>
            <a:off x="8394192" y="17647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ವಿತರಣೆ / ವಾಪಸಾತಿ ಮೋಡ್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726680" y="230428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82128" y="219456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 ಅಥವಾ Return Book ಟ್ಯಾಬ್ ಆಯ್ಕೆ ಮಾಡಿ.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26680" y="268833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82128" y="257860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your USB/wireless scanner at the book's ISBN barcode.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726680" y="307238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296265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ಕೀ ಒತ್ತಿದಾಗ ಸ್ಕ್ಯಾನರ್ ಕೆಲಸ ಮಾಡುತ್ತದೆ — ಸದಸ್ಯ ಹುಡುಕಾಟ ಪ್ಯಾನೆಲ್ ತೆರೆಯುತ್ತದೆ.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726680" y="345643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82128" y="334670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ಸಾಮಾನ್ಯ 3-ಹಂತ ವಿತರಣೆ ಅಥವಾ ವಾಪಸಾತಿ ಪ್ರಕ್ರಿಯೆ ಪೂರ್ಣಗೊಳಿಸಿ.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571232" y="4526280"/>
            <a:ext cx="4315968" cy="2560320"/>
          </a:xfrm>
          <a:prstGeom prst="roundRect">
            <a:avLst>
              <a:gd name="adj" fmla="val 4286"/>
            </a:avLst>
          </a:prstGeom>
          <a:solidFill>
            <a:srgbClr val="181D30"/>
          </a:solidFill>
          <a:ln w="12700">
            <a:solidFill>
              <a:srgbClr val="A374F7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726680" y="4663440"/>
            <a:ext cx="566928" cy="566928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72668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612" dirty="0"/>
          </a:p>
        </p:txBody>
      </p:sp>
      <p:sp>
        <p:nvSpPr>
          <p:cNvPr id="44" name="Text 41"/>
          <p:cNvSpPr/>
          <p:nvPr/>
        </p:nvSpPr>
        <p:spPr>
          <a:xfrm>
            <a:off x="8394192" y="46817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37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ಪುಸ್ತಕ ಸೇರಿಸಿ ಮೋಡ್ — ಫಾರ್ಮಾಟ್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726680" y="510235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ಪೈಪ್-ಬೇರ್ಪಡಿಸಿದ ಸ್ಟ್ರಿಂಗ್ (ಗರಿಷ್ಠ 180 ಅಕ್ಷರ):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662672" y="5413248"/>
            <a:ext cx="4133088" cy="438912"/>
          </a:xfrm>
          <a:prstGeom prst="roundRect">
            <a:avLst>
              <a:gd name="adj" fmla="val 12500"/>
            </a:avLst>
          </a:prstGeom>
          <a:solidFill>
            <a:srgbClr val="0C0F1A"/>
          </a:solidFill>
          <a:ln w="12700">
            <a:solidFill>
              <a:srgbClr val="A374F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754112" y="54498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GG-XXXX|Title|Author|Publisher|Year|Genre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726680" y="592531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ಪೈಪ್-ಬೇರ್ಪಡಿಸಿದ ಕ್ಷೇತ್ರ · ಪುಸ್ತಕ ಆಮದು ಮಾಡಲು Enter ಒತ್ತಿ.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7726680" y="623620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ಸ್ಕ್ಯಾನರ್ ಇಲ್ಲವೇ? "Type/paste barcode" ಬಟನ್ ಬಳಸಿ (ಮೇಲ್ ಬಲ).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7571232" y="6693408"/>
            <a:ext cx="4315968" cy="347472"/>
          </a:xfrm>
          <a:prstGeom prst="roundRect">
            <a:avLst>
              <a:gd name="adj" fmla="val 21053"/>
            </a:avLst>
          </a:prstGeom>
          <a:solidFill>
            <a:srgbClr val="1E2440"/>
          </a:solidFill>
          <a:ln w="12700">
            <a:solidFill>
              <a:srgbClr val="1FC8C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726680" y="672998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ಸೈಡ್‌ಬಾರ್ → CIRCULATION → Barcode Scanner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10896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ಸ್ಲೈಡ್ 14–16  ·  ಪುಸ್ತಕ ವಾಪಸಾತಿ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ಪುಸ್ತಕ ವಾಪಸಾತಿ — 3-ಹಂತ ಪ್ರಕ್ರಿಯೆ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ಸದಸ್ಯ ಹುಡುಕಿ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61488" y="1453896"/>
            <a:ext cx="256032" cy="54864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9300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ಪುಸ್ತಕ ಆಯ್ಕೆ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21808" y="1453896"/>
            <a:ext cx="256032" cy="54864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5332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ದೃಢಪಡಿಸಿ ಮತ್ತು ದಂಡ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810512"/>
            <a:ext cx="3547872" cy="4745736"/>
          </a:xfrm>
          <a:prstGeom prst="roundRect">
            <a:avLst>
              <a:gd name="adj" fmla="val 2577"/>
            </a:avLst>
          </a:prstGeom>
          <a:solidFill>
            <a:srgbClr val="0C0F1A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3328416" cy="44988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94360" y="2011680"/>
            <a:ext cx="3273552" cy="566928"/>
          </a:xfrm>
          <a:prstGeom prst="roundRect">
            <a:avLst>
              <a:gd name="adj" fmla="val 967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" y="2596896"/>
            <a:ext cx="2501798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2606040"/>
            <a:ext cx="24103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ಸಕ್ರಿಯ ಸಾಲ ಹೊಂದಿರುವ ಸದಸ್ಯ ಹುಡುಕಿ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94360" y="2651760"/>
            <a:ext cx="3273552" cy="658368"/>
          </a:xfrm>
          <a:prstGeom prst="roundRect">
            <a:avLst>
              <a:gd name="adj" fmla="val 8333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9224" y="3328416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3337560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ಸರ್ಚ್ ಇನ್‌ಪುಟ್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94360" y="3383280"/>
            <a:ext cx="3273552" cy="868680"/>
          </a:xfrm>
          <a:prstGeom prst="roundRect">
            <a:avLst>
              <a:gd name="adj" fmla="val 6316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9224" y="4270248"/>
            <a:ext cx="2715768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4279392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ಸದಸ್ಯ ಫಲಿತಾಂಶ + "1 active" ಬ್ಯಾಡ್ಜ್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2788920" y="3547872"/>
            <a:ext cx="1078992" cy="411480"/>
          </a:xfrm>
          <a:prstGeom prst="roundRect">
            <a:avLst>
              <a:gd name="adj" fmla="val 13333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843784" y="3977640"/>
            <a:ext cx="647395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880360" y="3986784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57200" y="6601968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ಹಂತ 1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78808" y="4160520"/>
            <a:ext cx="128016" cy="20116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15968" y="1810512"/>
            <a:ext cx="3547872" cy="4745736"/>
          </a:xfrm>
          <a:prstGeom prst="roundRect">
            <a:avLst>
              <a:gd name="adj" fmla="val 2577"/>
            </a:avLst>
          </a:prstGeom>
          <a:solidFill>
            <a:srgbClr val="0C0F1A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920240"/>
            <a:ext cx="3328416" cy="4498848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4453128" y="1965960"/>
            <a:ext cx="3273552" cy="868680"/>
          </a:xfrm>
          <a:prstGeom prst="roundRect">
            <a:avLst>
              <a:gd name="adj" fmla="val 6316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07992" y="2852928"/>
            <a:ext cx="1859890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544568" y="2862072"/>
            <a:ext cx="1768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ಹಂತ ಬಾರ್ — ಹಂತ 2 ಸಕ್ರಿಯ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4453128" y="2907792"/>
            <a:ext cx="3273552" cy="566928"/>
          </a:xfrm>
          <a:prstGeom prst="roundRect">
            <a:avLst>
              <a:gd name="adj" fmla="val 967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507992" y="3493008"/>
            <a:ext cx="1788566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544568" y="3502152"/>
            <a:ext cx="16971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ಆಯ್ಕೆಯಾದ ಸದಸ್ಯ ಬ್ಯಾನರ್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4453128" y="4251960"/>
            <a:ext cx="3273552" cy="658368"/>
          </a:xfrm>
          <a:prstGeom prst="roundRect">
            <a:avLst>
              <a:gd name="adj" fmla="val 8333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507992" y="4928616"/>
            <a:ext cx="2002536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544568" y="49377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GG-0011 · Issued · Select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4315968" y="6601968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ಹಂತ 2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8037576" y="4160520"/>
            <a:ext cx="128016" cy="20116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174736" y="1810512"/>
            <a:ext cx="3547872" cy="4745736"/>
          </a:xfrm>
          <a:prstGeom prst="roundRect">
            <a:avLst>
              <a:gd name="adj" fmla="val 2577"/>
            </a:avLst>
          </a:prstGeom>
          <a:solidFill>
            <a:srgbClr val="0C0F1A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1920240"/>
            <a:ext cx="3328416" cy="4498848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8311896" y="1901952"/>
            <a:ext cx="3273552" cy="640080"/>
          </a:xfrm>
          <a:prstGeom prst="roundRect">
            <a:avLst>
              <a:gd name="adj" fmla="val 8571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8366760" y="2560320"/>
            <a:ext cx="1075334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403336" y="2569464"/>
            <a:ext cx="9838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ಹಂತ 3 ಸಕ್ರಿಯ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8311896" y="2633472"/>
            <a:ext cx="3273552" cy="804672"/>
          </a:xfrm>
          <a:prstGeom prst="roundRect">
            <a:avLst>
              <a:gd name="adj" fmla="val 6818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8366760" y="3456432"/>
            <a:ext cx="2002536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403336" y="3465576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ಪ್ರಸ್ತುತ ವಿತರಿಸಿದ ಬ್ಯಾನರ್</a:t>
            </a:r>
            <a:endParaRPr lang="en-US" sz="750" dirty="0"/>
          </a:p>
        </p:txBody>
      </p:sp>
      <p:sp>
        <p:nvSpPr>
          <p:cNvPr id="53" name="Shape 48"/>
          <p:cNvSpPr/>
          <p:nvPr/>
        </p:nvSpPr>
        <p:spPr>
          <a:xfrm>
            <a:off x="8311896" y="3520440"/>
            <a:ext cx="3273552" cy="1664208"/>
          </a:xfrm>
          <a:prstGeom prst="roundRect">
            <a:avLst>
              <a:gd name="adj" fmla="val 329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366760" y="5202936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403336" y="5212080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ವಾಪಸಾತಿ ಸಾರಾಂಶ</a:t>
            </a:r>
            <a:endParaRPr lang="en-US" sz="750" dirty="0"/>
          </a:p>
        </p:txBody>
      </p:sp>
      <p:sp>
        <p:nvSpPr>
          <p:cNvPr id="56" name="Shape 51"/>
          <p:cNvSpPr/>
          <p:nvPr/>
        </p:nvSpPr>
        <p:spPr>
          <a:xfrm>
            <a:off x="8311896" y="5257800"/>
            <a:ext cx="3273552" cy="1078992"/>
          </a:xfrm>
          <a:prstGeom prst="roundRect">
            <a:avLst>
              <a:gd name="adj" fmla="val 5085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8366760" y="6355080"/>
            <a:ext cx="1146658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8403336" y="6364224"/>
            <a:ext cx="1055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ದಂಡ ಲೆಕ್ಕಾಚಾರ</a:t>
            </a:r>
            <a:endParaRPr lang="en-US" sz="750" dirty="0"/>
          </a:p>
        </p:txBody>
      </p:sp>
      <p:sp>
        <p:nvSpPr>
          <p:cNvPr id="59" name="Shape 54"/>
          <p:cNvSpPr/>
          <p:nvPr/>
        </p:nvSpPr>
        <p:spPr>
          <a:xfrm>
            <a:off x="10049256" y="6419088"/>
            <a:ext cx="1572768" cy="475488"/>
          </a:xfrm>
          <a:prstGeom prst="roundRect">
            <a:avLst>
              <a:gd name="adj" fmla="val 11538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0104120" y="6912864"/>
            <a:ext cx="1360627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10140696" y="6922008"/>
            <a:ext cx="12691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ವಾಪಸಾತಿ ದೃಢಪಡಿಸಿ</a:t>
            </a:r>
            <a:endParaRPr lang="en-US" sz="750" dirty="0"/>
          </a:p>
        </p:txBody>
      </p:sp>
      <p:sp>
        <p:nvSpPr>
          <p:cNvPr id="62" name="Text 57"/>
          <p:cNvSpPr/>
          <p:nvPr/>
        </p:nvSpPr>
        <p:spPr>
          <a:xfrm>
            <a:off x="8174736" y="6601968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ಹಂತ 3</a:t>
            </a:r>
            <a:endParaRPr lang="en-US" sz="900" dirty="0"/>
          </a:p>
        </p:txBody>
      </p:sp>
      <p:sp>
        <p:nvSpPr>
          <p:cNvPr id="63" name="Shape 58"/>
          <p:cNvSpPr/>
          <p:nvPr/>
        </p:nvSpPr>
        <p:spPr>
          <a:xfrm>
            <a:off x="457200" y="6876288"/>
            <a:ext cx="11411712" cy="320040"/>
          </a:xfrm>
          <a:prstGeom prst="roundRect">
            <a:avLst>
              <a:gd name="adj" fmla="val 22857"/>
            </a:avLst>
          </a:prstGeom>
          <a:solidFill>
            <a:srgbClr val="001A0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21792" y="691286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ನಿಗದಿ ದಿನಾಂಕದ ಒಳಗೆ ವಾಪಸಾದರೆ ದಂಡ = ₹0. ದಂಡ = ತಡ ದಿನ × ₹/ದಿನ. ಈ ದರ Settings → ಸಾಲ ನಿಯಮದಲ್ಲಿ ನಿಗದಿ.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ಸ್ಲೈಡ್ 17  ·  ಯಶಸ್ಸು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ವಾಪಸಾತಿ ಯಶಸ್ಸು — ಟೋಸ್ಟ್ ಅಧಿಸೂಚನೆ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ಹಸಿರು ಟೋಸ್ಟ್ ವಾಪಸಾತಿ ಉಳಿದಿದೆ ಎಂದು ದೃಢಪಡಿಸುತ್ತದೆ. ಪುಸ್ತಕ ತಕ್ಷಣ ಮತ್ತೆ ಲಭ್ಯ.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903720" cy="4956048"/>
          </a:xfrm>
          <a:prstGeom prst="roundRect">
            <a:avLst>
              <a:gd name="adj" fmla="val 1845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19072"/>
            <a:ext cx="6656832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072" y="5943600"/>
            <a:ext cx="914400" cy="530352"/>
          </a:xfrm>
          <a:prstGeom prst="roundRect">
            <a:avLst>
              <a:gd name="adj" fmla="val 10345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45936" y="6492240"/>
            <a:ext cx="2787091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82512" y="6501384"/>
            <a:ext cx="26956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"ಪುಸ್ತಕ ಯಶಸ್ವಿಯಾಗಿ ಹಿಂದಿರುಗಿಸಲಾಗಿದೆ"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571232" y="1600200"/>
            <a:ext cx="4315968" cy="1051560"/>
          </a:xfrm>
          <a:prstGeom prst="roundRect">
            <a:avLst>
              <a:gd name="adj" fmla="val 10435"/>
            </a:avLst>
          </a:prstGeom>
          <a:solidFill>
            <a:srgbClr val="00150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26680" y="1737360"/>
            <a:ext cx="530352" cy="530352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737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339328" y="175564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ಪುಸ್ತಕ ಯಶಸ್ವಿಯಾಗಿ ಹಿಂದಿರುಗಿಸಲಾಗಿದೆ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39328" y="2084832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ಟೋಸ್ಟ್ ~3 ಸೆಕೆಂಡ್‌ನಲ್ಲಿ ಸ್ವಯಂ ಮರೆಯಾಗುತ್ತದೆ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71232" y="2788920"/>
            <a:ext cx="4315968" cy="2880360"/>
          </a:xfrm>
          <a:prstGeom prst="roundRect">
            <a:avLst>
              <a:gd name="adj" fmla="val 3810"/>
            </a:avLst>
          </a:prstGeom>
          <a:solidFill>
            <a:srgbClr val="181D30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26680" y="2944368"/>
            <a:ext cx="530352" cy="530352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26680" y="2944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8" dirty="0"/>
          </a:p>
        </p:txBody>
      </p:sp>
      <p:sp>
        <p:nvSpPr>
          <p:cNvPr id="19" name="Text 16"/>
          <p:cNvSpPr/>
          <p:nvPr/>
        </p:nvSpPr>
        <p:spPr>
          <a:xfrm>
            <a:off x="8339328" y="2971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ವಾಪಸಾತಿ ನಂತರ ಏನಾಗುತ್ತದೆ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26680" y="349300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82128" y="3383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ಪುಸ್ತಕ ಸ್ಥಿತಿ ತಕ್ಷಣ "Available" ಗೆ ಬದಲಾಗುತ್ತದೆ.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726680" y="385876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82128" y="374904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Member's Active Loans count drops by 1.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26680" y="422452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82128" y="41148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ವ್ಯವಹಾರ ಇತ್ತೀಚಿನ ಚಟುವಟಿಕೆಯಲ್ಲಿ ದಾಖಲಾಗುತ್ತದೆ.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726680" y="459028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82128" y="44805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ಡ್ಯಾಶ್‌ಬೋರ್ಡ್ "Issued" ಸಂಖ್ಯೆ 1 ರಿಂದ ಕಡಿಮೆಯಾಗುತ್ತದೆ.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726680" y="495604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82128" y="48463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ಅವಧಿ ಮೀರಿದ ನಮೂದು ತೆರವಾಗುತ್ತದೆ (ಅನ್ವಯವಾದರೆ).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71232" y="5806440"/>
            <a:ext cx="4315968" cy="749808"/>
          </a:xfrm>
          <a:prstGeom prst="roundRect">
            <a:avLst>
              <a:gd name="adj" fmla="val 12195"/>
            </a:avLst>
          </a:prstGeom>
          <a:solidFill>
            <a:srgbClr val="1A0000"/>
          </a:solidFill>
          <a:ln w="12700">
            <a:solidFill>
              <a:srgbClr val="F060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26680" y="5852160"/>
            <a:ext cx="4096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If NO toast appears — the return did NOT save. Check the book's status in the Books list before the member leaves the library.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ತ್ವರಿತ ಉಲ್ಲೇಖ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ಸಂಪೂರ್ಣ ವ್ಯವಸ್ಥೆ ವರ್ಕ್‌ಫ್ಲೋ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ಗ್ರಂಥಾಲಯಾಧ್ಯಕ್ಷ ಮಾಡುವ ಪ್ರತಿ ಕ್ರಿಯೆ — ಒಂದೇ ನೋಟದಲ್ಲಿ.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36592" y="1508760"/>
            <a:ext cx="2697480" cy="5029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6592" y="15087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PIN ಲಾಗಿನ್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52744" y="2048256"/>
            <a:ext cx="201168" cy="320040"/>
          </a:xfrm>
          <a:prstGeom prst="down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2395728"/>
            <a:ext cx="3547872" cy="502920"/>
          </a:xfrm>
          <a:prstGeom prst="roundRect">
            <a:avLst>
              <a:gd name="adj" fmla="val 18182"/>
            </a:avLst>
          </a:prstGeom>
          <a:solidFill>
            <a:srgbClr val="1E244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3957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ಡ್ಯಾಶ್‌ಬೋರ್ಡ್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2624328"/>
            <a:ext cx="3474720" cy="36576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670048"/>
            <a:ext cx="201168" cy="292608"/>
          </a:xfrm>
          <a:prstGeom prst="downArrow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52744" y="2926080"/>
            <a:ext cx="201168" cy="292608"/>
          </a:xfrm>
          <a:prstGeom prst="downArrow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82128" y="2624328"/>
            <a:ext cx="3520440" cy="36576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01400" y="2670048"/>
            <a:ext cx="201168" cy="292608"/>
          </a:xfrm>
          <a:prstGeom prst="downArrow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9923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9923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ಪುಸ್ತಕ ಪಟ್ಟಿ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91640" y="3493008"/>
            <a:ext cx="201168" cy="274320"/>
          </a:xfrm>
          <a:prstGeom prst="down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03904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0390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ಪುಸ್ತಕ ಸೇರಿಸಿ ಫಾರ್ಮ್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91640" y="4297680"/>
            <a:ext cx="201168" cy="274320"/>
          </a:xfrm>
          <a:prstGeom prst="down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608576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085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ಉಳಿದಿದೆ · GG-XXXX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24612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24612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ಸದಸ್ಯ ಪಟ್ಟಿ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61888" y="3730752"/>
            <a:ext cx="201168" cy="274320"/>
          </a:xfrm>
          <a:prstGeom prst="downArrow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4041648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04164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ಸದಸ್ಯ ಸೇರಿಸಿ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61888" y="4535424"/>
            <a:ext cx="201168" cy="274320"/>
          </a:xfrm>
          <a:prstGeom prst="downArrow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484632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48463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MEM-XXXX ನಿಯೋಜಿತ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45168" y="299923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28048" y="299923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  ಪುಸ್ತಕ ವಿತರಿಸಿ (1→2→3)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625328" y="3493008"/>
            <a:ext cx="201168" cy="274320"/>
          </a:xfrm>
          <a:prstGeom prst="down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45168" y="3803904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5168" y="380390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ವಿತರಿಸಿದ · ದಿನಾಂಕ ನಿಗದಿ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625328" y="4279392"/>
            <a:ext cx="201168" cy="292608"/>
          </a:xfrm>
          <a:prstGeom prst="downArrow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45168" y="4608576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28048" y="460857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ಪುಸ್ತಕ ವಾಪಸಾತಿ (1→2→3)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625328" y="5102352"/>
            <a:ext cx="201168" cy="274320"/>
          </a:xfrm>
          <a:prstGeom prst="downArrow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45168" y="5413248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45168" y="54132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ವಾಪಸಾದ · ದಂಡ ಲೆಕ್ಕ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93008" y="5961888"/>
            <a:ext cx="5193792" cy="475488"/>
          </a:xfrm>
          <a:prstGeom prst="roundRect">
            <a:avLst>
              <a:gd name="adj" fmla="val 19231"/>
            </a:avLst>
          </a:prstGeom>
          <a:solidFill>
            <a:srgbClr val="1E24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5989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ಬಾರ್‌ಕೋಡ್ ಸ್ಕ್ಯಾನರ್ — ಟೈಪ್ ಇಲ್ಲದೆ ವೇಗದ ವಿತರಣೆ / ವಾಪಸಾತಿ / ಪುಸ್ತಕ ಸೇರಿಸಿ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6537960"/>
            <a:ext cx="11411712" cy="384048"/>
          </a:xfrm>
          <a:prstGeom prst="roundRect">
            <a:avLst>
              <a:gd name="adj" fmla="val 19048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6583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ಸೆಟ್ಟಿಂಗ್ಸ್ (ಸೈಡ್‌ಬಾರ್ → TOOLS):  ಸಾಲ ಅವಧಿ  ·  ದಿನ ದಂಡ  ·  PIN ಬದಲಿ  ·  ಭಾಷೆ  ·  ಬ್ಯಾಕಪ್  ·  Android ಆಮದು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2026-07-19T19:15:49Z</dcterms:created>
  <dcterms:modified xsi:type="dcterms:W3CDTF">2026-07-19T19:15:49Z</dcterms:modified>
</cp:coreProperties>
</file>